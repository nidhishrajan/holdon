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9a9b9d1-0c19-4f55-bc3e-0842a53ec02c}">
          <p14:sldIdLst>
            <p14:sldId id="256"/>
            <p14:sldId id="257"/>
          </p14:sldIdLst>
        </p14:section>
        <p14:section name="Demo steps" id="{2ca2ab73-b7a1-1e57-907a-bec66e9af04f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cap" id="{799e2d54-911f-ff89-71a2-a6f91ce61e4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of the live demo, captured from our build at Vibe Sprint Hyderabad.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ldOn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ldOn Step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HoldOn · Demo walkthrough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HoldOn: demo walkthrough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HoldOn stops a tech-support scam, step by step.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She can't call for help. HoldOn does.</a:t>
            </a:r>
            <a:endParaRPr lang="en-US" sz="1800" dirty="0"/>
          </a:p>
        </p:txBody>
      </p:sp>
      <p:sp>
        <p:nvSpPr>
          <p:cNvPr id="4" name="Logo mark"/>
          <p:cNvSpPr/>
          <p:nvPr/>
        </p:nvSpPr>
        <p:spPr>
          <a:xfrm>
            <a:off x="548640" y="914400"/>
            <a:ext cx="502920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Logo check"/>
          <p:cNvSpPr txBox="1"/>
          <p:nvPr/>
        </p:nvSpPr>
        <p:spPr>
          <a:xfrm>
            <a:off x="54864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The setup</a:t>
            </a:r>
            <a:endParaRPr lang="en-US" sz="2800" dirty="0"/>
          </a:p>
        </p:txBody>
      </p:sp>
      <p:sp>
        <p:nvSpPr>
          <p:cNvPr id="3" name="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</a:t>
            </a:r>
            <a:endParaRPr lang="en-US" sz="2200" dirty="0"/>
          </a:p>
        </p:txBody>
      </p:sp>
      <p:sp>
        <p:nvSpPr>
          <p:cNvPr id="5" name="Cast card 1"/>
          <p:cNvSpPr/>
          <p:nvPr/>
        </p:nvSpPr>
        <p:spPr>
          <a:xfrm>
            <a:off x="45720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Margaret, 74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Mom's laptop: Chrome with the HoldOn extension</a:t>
            </a:r>
            <a:endParaRPr lang="en-US" sz="1300" dirty="0"/>
          </a:p>
        </p:txBody>
      </p:sp>
      <p:sp>
        <p:nvSpPr>
          <p:cNvPr id="8" name="Cast card 2"/>
          <p:cNvSpPr/>
          <p:nvPr/>
        </p:nvSpPr>
        <p:spPr>
          <a:xfrm>
            <a:off x="324612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Sarah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Her daughter, far away: gets alerts on Telegram</a:t>
            </a:r>
            <a:endParaRPr lang="en-US" sz="1300" dirty="0"/>
          </a:p>
        </p:txBody>
      </p:sp>
      <p:sp>
        <p:nvSpPr>
          <p:cNvPr id="11" name="Cast card 3"/>
          <p:cNvSpPr/>
          <p:nvPr/>
        </p:nvSpPr>
        <p:spPr>
          <a:xfrm>
            <a:off x="603504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The scammer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Fake "Microsoft technician" who wants remote access</a:t>
            </a:r>
            <a:endParaRPr lang="en-US" sz="1300" dirty="0"/>
          </a:p>
        </p:txBody>
      </p:sp>
      <p:sp>
        <p:nvSpPr>
          <p:cNvPr id="14" name="Flow dot 1"/>
          <p:cNvSpPr/>
          <p:nvPr/>
        </p:nvSpPr>
        <p:spPr>
          <a:xfrm>
            <a:off x="75895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Setup</a:t>
            </a:r>
            <a:endParaRPr lang="en-US" sz="1200" dirty="0"/>
          </a:p>
        </p:txBody>
      </p:sp>
      <p:sp>
        <p:nvSpPr>
          <p:cNvPr id="17" name="Flow line"/>
          <p:cNvSpPr/>
          <p:nvPr/>
        </p:nvSpPr>
        <p:spPr>
          <a:xfrm>
            <a:off x="130759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Flow dot 2"/>
          <p:cNvSpPr/>
          <p:nvPr/>
        </p:nvSpPr>
        <p:spPr>
          <a:xfrm>
            <a:off x="194767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4767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Fake popup</a:t>
            </a:r>
            <a:endParaRPr lang="en-US" sz="1200" dirty="0"/>
          </a:p>
        </p:txBody>
      </p:sp>
      <p:sp>
        <p:nvSpPr>
          <p:cNvPr id="21" name="Flow line"/>
          <p:cNvSpPr/>
          <p:nvPr/>
        </p:nvSpPr>
        <p:spPr>
          <a:xfrm>
            <a:off x="249631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2" name="Flow dot 3"/>
          <p:cNvSpPr/>
          <p:nvPr/>
        </p:nvSpPr>
        <p:spPr>
          <a:xfrm>
            <a:off x="313639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3639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AnyDesk</a:t>
            </a:r>
            <a:endParaRPr lang="en-US" sz="1200" dirty="0"/>
          </a:p>
        </p:txBody>
      </p:sp>
      <p:sp>
        <p:nvSpPr>
          <p:cNvPr id="25" name="Flow line"/>
          <p:cNvSpPr/>
          <p:nvPr/>
        </p:nvSpPr>
        <p:spPr>
          <a:xfrm>
            <a:off x="368503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6" name="Flow dot 4"/>
          <p:cNvSpPr/>
          <p:nvPr/>
        </p:nvSpPr>
        <p:spPr>
          <a:xfrm>
            <a:off x="432511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2511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2336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Phone buzzes</a:t>
            </a:r>
            <a:endParaRPr lang="en-US" sz="1200" dirty="0"/>
          </a:p>
        </p:txBody>
      </p:sp>
      <p:sp>
        <p:nvSpPr>
          <p:cNvPr id="29" name="Flow line"/>
          <p:cNvSpPr/>
          <p:nvPr/>
        </p:nvSpPr>
        <p:spPr>
          <a:xfrm>
            <a:off x="487375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Flow dot 5"/>
          <p:cNvSpPr/>
          <p:nvPr/>
        </p:nvSpPr>
        <p:spPr>
          <a:xfrm>
            <a:off x="5513832" y="2880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138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21208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Scam stopped</a:t>
            </a:r>
            <a:endParaRPr lang="en-US" sz="1200" dirty="0"/>
          </a:p>
        </p:txBody>
      </p:sp>
      <p:sp>
        <p:nvSpPr>
          <p:cNvPr id="33" name="Flow line"/>
          <p:cNvSpPr/>
          <p:nvPr/>
        </p:nvSpPr>
        <p:spPr>
          <a:xfrm>
            <a:off x="606247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4" name="Flow dot 6"/>
          <p:cNvSpPr/>
          <p:nvPr/>
        </p:nvSpPr>
        <p:spPr>
          <a:xfrm>
            <a:off x="670255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0255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7" name="Flow line"/>
          <p:cNvSpPr/>
          <p:nvPr/>
        </p:nvSpPr>
        <p:spPr>
          <a:xfrm>
            <a:off x="725119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8" name="Flow dot 7"/>
          <p:cNvSpPr/>
          <p:nvPr/>
        </p:nvSpPr>
        <p:spPr>
          <a:xfrm>
            <a:off x="789127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9127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Tamper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 sets up HoldOn for Mom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SARAH · 2 MINUTES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Adds HoldOn to Mom's Chrome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Enters names, sees "Connected to Telegram"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Clicks Send test alert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Phone: "HoldOn is now protecting Margaret."</a:t>
            </a:r>
            <a:endParaRPr lang="en-US" sz="1400" dirty="0"/>
          </a:p>
        </p:txBody>
      </p:sp>
      <p:sp>
        <p:nvSpPr>
          <p:cNvPr id="9" name="HoldOn popup frame"/>
          <p:cNvSpPr/>
          <p:nvPr/>
        </p:nvSpPr>
        <p:spPr>
          <a:xfrm>
            <a:off x="3877056" y="2007220"/>
            <a:ext cx="2350008" cy="1746280"/>
          </a:xfrm>
          <a:prstGeom prst="roundRect">
            <a:avLst>
              <a:gd name="adj" fmla="val 4189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HoldOn popup" descr="HoldOn pop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062084"/>
            <a:ext cx="2240280" cy="1636552"/>
          </a:xfrm>
          <a:prstGeom prst="rect">
            <a:avLst/>
          </a:prstGeom>
        </p:spPr>
      </p:pic>
      <p:sp>
        <p:nvSpPr>
          <p:cNvPr id="11" name="Telegram confirmation frame"/>
          <p:cNvSpPr/>
          <p:nvPr/>
        </p:nvSpPr>
        <p:spPr>
          <a:xfrm>
            <a:off x="6300216" y="2373252"/>
            <a:ext cx="2441448" cy="1014215"/>
          </a:xfrm>
          <a:prstGeom prst="roundRect">
            <a:avLst>
              <a:gd name="adj" fmla="val 7213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Telegram confirmation" descr="Telegram confi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28116"/>
            <a:ext cx="2331720" cy="9044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fake virus warning appears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MARGARET'S SCREEN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 page: "Your PC is infected. Call Microsoft."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HoldOn spots scam phrases + a toll-free number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Covers it: "This warning is FAKE. Do NOT call."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Sarah gets alert #1, silently</a:t>
            </a:r>
            <a:endParaRPr lang="en-US" sz="1400" dirty="0"/>
          </a:p>
        </p:txBody>
      </p:sp>
      <p:sp>
        <p:nvSpPr>
          <p:cNvPr id="9" name="Fake virus popup demo page frame"/>
          <p:cNvSpPr/>
          <p:nvPr/>
        </p:nvSpPr>
        <p:spPr>
          <a:xfrm>
            <a:off x="3877056" y="1488186"/>
            <a:ext cx="4864608" cy="2784348"/>
          </a:xfrm>
          <a:prstGeom prst="roundRect">
            <a:avLst>
              <a:gd name="adj" fmla="val 2627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Fake virus popup demo page" descr="Fake virus popup demo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543050"/>
            <a:ext cx="4754880" cy="26746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AnyDesk? HoldOn says STOP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THE DANGER MOMENT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Scammer asks her to install AnyDesk to control her screen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HoldOn recognises the site instantly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Huge, elder-friendly STOP warning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"Sarah has been notified and will call you."</a:t>
            </a:r>
            <a:endParaRPr lang="en-US" sz="1400" dirty="0"/>
          </a:p>
        </p:txBody>
      </p:sp>
      <p:sp>
        <p:nvSpPr>
          <p:cNvPr id="9" name="STOP overlay on anydesk.com frame"/>
          <p:cNvSpPr/>
          <p:nvPr/>
        </p:nvSpPr>
        <p:spPr>
          <a:xfrm>
            <a:off x="3877056" y="1672438"/>
            <a:ext cx="4864608" cy="2415845"/>
          </a:xfrm>
          <a:prstGeom prst="roundRect">
            <a:avLst>
              <a:gd name="adj" fmla="val 3028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STOP overlay on anydesk.com" descr="STOP overlay on anydesk.c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727302"/>
            <a:ext cx="4754880" cy="23061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Sarah's phone buzzes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SARAH'S PHONE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AI writes the alert from context: popup, then AnyDesk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Tells Sarah what to do when she calls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 Telegram: a channel the scammer can't see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Help arrives from outside the scam</a:t>
            </a:r>
            <a:endParaRPr lang="en-US" sz="1400" dirty="0"/>
          </a:p>
        </p:txBody>
      </p:sp>
      <p:sp>
        <p:nvSpPr>
          <p:cNvPr id="9" name="AI-written Telegram alert frame"/>
          <p:cNvSpPr/>
          <p:nvPr/>
        </p:nvSpPr>
        <p:spPr>
          <a:xfrm>
            <a:off x="3877056" y="1935021"/>
            <a:ext cx="4864608" cy="1890678"/>
          </a:xfrm>
          <a:prstGeom prst="roundRect">
            <a:avLst>
              <a:gd name="adj" fmla="val 3869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AI-written Telegram alert" descr="AI-written Telegram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989885"/>
            <a:ext cx="4754880" cy="17809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 calls Mom. Scam stopped.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ONE TAP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Sarah calls Margaret and breaks the isolation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Taps "It was a scam — I stopped it"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alert updates: "Logged: scam stopped"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Every alert measures its own impact</a:t>
            </a:r>
            <a:endParaRPr lang="en-US" sz="1400" dirty="0"/>
          </a:p>
        </p:txBody>
      </p:sp>
      <p:sp>
        <p:nvSpPr>
          <p:cNvPr id="9" name="Alert logged as scam stopped frame"/>
          <p:cNvSpPr/>
          <p:nvPr/>
        </p:nvSpPr>
        <p:spPr>
          <a:xfrm>
            <a:off x="3963924" y="1133856"/>
            <a:ext cx="4690872" cy="3493008"/>
          </a:xfrm>
          <a:prstGeom prst="roundRect">
            <a:avLst>
              <a:gd name="adj" fmla="val 2094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Alert logged as scam stopped" descr="Alert logged as scam sto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8788" y="1188720"/>
            <a:ext cx="4581144" cy="3383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Impact, measured from day one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SARAH'S DASHBOARD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Alerts, scams stopped, false alarms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Precision: answered alerts that were real scams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Live counts from our test runs today</a:t>
            </a:r>
            <a:endParaRPr lang="en-US" sz="1400" dirty="0"/>
          </a:p>
        </p:txBody>
      </p:sp>
      <p:sp>
        <p:nvSpPr>
          <p:cNvPr id="7" name="Dashboard stats frame"/>
          <p:cNvSpPr/>
          <p:nvPr/>
        </p:nvSpPr>
        <p:spPr>
          <a:xfrm>
            <a:off x="3877056" y="1700784"/>
            <a:ext cx="4864608" cy="1536192"/>
          </a:xfrm>
          <a:prstGeom prst="roundRect">
            <a:avLst>
              <a:gd name="adj" fmla="val 4762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Dashboard stats" descr="Dashboard sta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755648"/>
            <a:ext cx="4754880" cy="1426464"/>
          </a:xfrm>
          <a:prstGeom prst="rect">
            <a:avLst/>
          </a:prstGeom>
        </p:spPr>
      </p:pic>
      <p:sp>
        <p:nvSpPr>
          <p:cNvPr id="9" name="Dashboard caption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False alarms are expected in testing: we triggered alerts on purpose to tune detection.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7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Scammer: "Remove HoldOn"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TAMPER-PROOF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Scammers often make victims remove protection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Removing HoldOn triggers one last alert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Family knows, even after it's gone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Removing HoldOn alerts Sarah too</a:t>
            </a:r>
            <a:endParaRPr lang="en-US" sz="1400" dirty="0"/>
          </a:p>
        </p:txBody>
      </p:sp>
      <p:sp>
        <p:nvSpPr>
          <p:cNvPr id="9" name="Telegram message"/>
          <p:cNvSpPr/>
          <p:nvPr/>
        </p:nvSpPr>
        <p:spPr>
          <a:xfrm>
            <a:off x="4206240" y="1828800"/>
            <a:ext cx="4206240" cy="1371600"/>
          </a:xfrm>
          <a:prstGeom prst="roundRect">
            <a:avLst>
              <a:gd name="adj" fmla="val 12000"/>
            </a:avLst>
          </a:prstGeom>
          <a:solidFill>
            <a:srgbClr val="212D3B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amper alert text"/>
          <p:cNvSpPr txBox="1"/>
          <p:nvPr/>
        </p:nvSpPr>
        <p:spPr>
          <a:xfrm>
            <a:off x="4434840" y="19659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⚠️ HoldOn was removed from Margaret's laptop. Scammers often ask victims to do this. Call her now.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Exact alert text sent to Sarah's Telegram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She can't call for help. HoldOn does.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Spots the scam moment → Mom sees STOP → Sarah's phone buzzes → Sarah calls → Scam stopped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Built in one afternoon: Chrome extension · Next.js · Claude via RouterPlus · Telegram Bot API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ldOn Night">
  <a:themeElements>
    <a:clrScheme name="HoldOn Night">
      <a:dk1>
        <a:srgbClr val="0F1419"/>
      </a:dk1>
      <a:lt1>
        <a:srgbClr val="FFFFFF"/>
      </a:lt1>
      <a:dk2>
        <a:srgbClr val="182029"/>
      </a:dk2>
      <a:lt2>
        <a:srgbClr val="9AA5B1"/>
      </a:lt2>
      <a:accent1>
        <a:srgbClr val="3FB950"/>
      </a:accent1>
      <a:accent2>
        <a:srgbClr val="E5484D"/>
      </a:accent2>
      <a:accent3>
        <a:srgbClr val="F5A524"/>
      </a:accent3>
      <a:accent4>
        <a:srgbClr val="2A3542"/>
      </a:accent4>
      <a:accent5>
        <a:srgbClr val="7AA2FF"/>
      </a:accent5>
      <a:accent6>
        <a:srgbClr val="F3F1EC"/>
      </a:accent6>
      <a:hlink>
        <a:srgbClr val="7AA2FF"/>
      </a:hlink>
      <a:folHlink>
        <a:srgbClr val="9AA5B1"/>
      </a:folHlink>
    </a:clrScheme>
    <a:fontScheme name="HoldOn N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HoldOn - Demo walkthrough</dc:title>
  <dc:subject>PptxGenJS Presentation</dc:subject>
  <dc:creator>PptxGenJS</dc:creator>
  <cp:lastModifiedBy>PptxGenJS</cp:lastModifiedBy>
  <cp:revision>1</cp:revision>
  <dcterms:created xsi:type="dcterms:W3CDTF">2026-10-11T10:23:40Z</dcterms:created>
  <dcterms:modified xsi:type="dcterms:W3CDTF">2026-10-11T10:23:40Z</dcterms:modified>
</cp:coreProperties>
</file>